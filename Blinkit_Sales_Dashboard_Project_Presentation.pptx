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Blinkit Sales Dashboard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Power BI Analysis Report</a:t>
            </a:r>
          </a:p>
          <a:p>
            <a:r>
              <a:t>By: Niranjan Thorat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Analysis based on Blinkit Sales Dashboard</a:t>
            </a:r>
          </a:p>
          <a:p>
            <a:r>
              <a:t>• Visual insights into sales, outlet performance, and customer ratings</a:t>
            </a:r>
          </a:p>
          <a:p>
            <a:r>
              <a:t>• Power BI used for data modeling, DAX, and visualization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Track overall Blinkit sales and performance</a:t>
            </a:r>
          </a:p>
          <a:p>
            <a:r>
              <a:t>• Identify top-performing categories and outlets</a:t>
            </a:r>
          </a:p>
          <a:p>
            <a:r>
              <a:t>• Analyze customer ratings and satisfaction</a:t>
            </a:r>
          </a:p>
          <a:p>
            <a:r>
              <a:t>• Support business decision-making through data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KPI cards: Total Sales, Average Rating, Orders</a:t>
            </a:r>
          </a:p>
          <a:p>
            <a:r>
              <a:t>• Category-wise sales charts</a:t>
            </a:r>
          </a:p>
          <a:p>
            <a:r>
              <a:t>• Outlet type comparison visuals</a:t>
            </a:r>
          </a:p>
          <a:p>
            <a:r>
              <a:t>• Customer rating distribution analysis</a:t>
            </a:r>
          </a:p>
          <a:p>
            <a:r>
              <a:t>• Dynamic filters for interactive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Some outlets perform significantly better in revenue and ratings</a:t>
            </a:r>
          </a:p>
          <a:p>
            <a:r>
              <a:t>• Certain product categories drive majority of sales</a:t>
            </a:r>
          </a:p>
          <a:p>
            <a:r>
              <a:t>• Customer satisfaction is stable with high average ratings</a:t>
            </a:r>
          </a:p>
          <a:p>
            <a:r>
              <a:t>• Seasonal and regional patterns impact sales trends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Enhanced decision-making capability</a:t>
            </a:r>
          </a:p>
          <a:p>
            <a:r>
              <a:t>• Improved transparency in performance tracking</a:t>
            </a:r>
          </a:p>
          <a:p>
            <a:r>
              <a:t>• Helps identify opportunities for growth</a:t>
            </a:r>
          </a:p>
          <a:p>
            <a:r>
              <a:t>• Supports strategic planning for Blinkit operations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Power BI Desktop</a:t>
            </a:r>
          </a:p>
          <a:p>
            <a:r>
              <a:t>• DAX (Data Analysis Expressions)</a:t>
            </a:r>
          </a:p>
          <a:p>
            <a:r>
              <a:t>• Data modeling &amp; transformation</a:t>
            </a:r>
          </a:p>
          <a:p>
            <a:r>
              <a:t>• Visual analytics techniques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Blinkit Sales Dashboard provides deep business insights,</a:t>
            </a:r>
          </a:p>
          <a:p>
            <a:r>
              <a:t>transforming raw data into actionable intelligence.</a:t>
            </a:r>
          </a:p>
          <a:p>
            <a:r>
              <a:t>It helps stakeholders make informed decisions to improve sales</a:t>
            </a:r>
          </a:p>
          <a:p>
            <a:r>
              <a:t>performance and customer satisfaction.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